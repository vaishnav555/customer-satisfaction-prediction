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00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0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47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1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78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98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8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25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3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216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222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04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01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32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351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56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1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Satisfaction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Customer Support Ticket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customer satisfaction using support ticket data</a:t>
            </a:r>
          </a:p>
          <a:p>
            <a:r>
              <a:t>Helps improve customer experience and support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Support Ticket Dataset</a:t>
            </a:r>
          </a:p>
          <a:p>
            <a:r>
              <a:t>Includes customer details, product info,</a:t>
            </a:r>
          </a:p>
          <a:p>
            <a:r>
              <a:t>ticket type, channel, status, and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Preprocessing</a:t>
            </a:r>
          </a:p>
          <a:p>
            <a:r>
              <a:t>2. Exploratory Data Analysis (EDA)</a:t>
            </a:r>
          </a:p>
          <a:p>
            <a:r>
              <a:t>3. Feature Engineering</a:t>
            </a:r>
          </a:p>
          <a:p>
            <a:r>
              <a:t>4. Model Building &amp;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- Random Forest</a:t>
            </a:r>
          </a:p>
          <a:p>
            <a:r>
              <a:t>- Logistic Regression</a:t>
            </a:r>
          </a:p>
          <a:p>
            <a:endParaRPr/>
          </a:p>
          <a:p>
            <a:r>
              <a:t>Evaluation Metrics:</a:t>
            </a:r>
          </a:p>
          <a:p>
            <a:r>
              <a:t>Accuracy &amp; Classification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helps predict customer satisfaction</a:t>
            </a:r>
          </a:p>
          <a:p>
            <a:r>
              <a:t>Identifies key factors affecting experience</a:t>
            </a:r>
          </a:p>
          <a:p>
            <a:r>
              <a:t>Supports data-driven support decisions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</TotalTime>
  <Words>109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Customer Satisfaction Prediction</vt:lpstr>
      <vt:lpstr>Project Overview</vt:lpstr>
      <vt:lpstr>About the Dataset</vt:lpstr>
      <vt:lpstr>Project Workflow</vt:lpstr>
      <vt:lpstr>Model &amp; Evaluation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vaibhav gawade</cp:lastModifiedBy>
  <cp:revision>2</cp:revision>
  <dcterms:created xsi:type="dcterms:W3CDTF">2013-01-27T09:14:16Z</dcterms:created>
  <dcterms:modified xsi:type="dcterms:W3CDTF">2026-01-13T09:56:14Z</dcterms:modified>
  <cp:category/>
</cp:coreProperties>
</file>